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Xcapit 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0B981"/>
                </a:solidFill>
              </a:defRPr>
            </a:pPr>
            <a:r>
              <a:t>Colaboracion de datos sin compartir datos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0F172A"/>
                </a:solidFill>
              </a:defRPr>
            </a:pPr>
            <a:r>
              <a:t>• Las empresas tienen datos valiosos pero no pueden compartirlos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0F172A"/>
                </a:solidFill>
              </a:defRPr>
            </a:pPr>
            <a:r>
              <a:t>• Regulaciones (GDPR, HIPAA) impiden compartir datos sensibles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0F172A"/>
                </a:solidFill>
              </a:defRPr>
            </a:pPr>
            <a:r>
              <a:t>• Los modelos de ML necesitan datos de multiples fuentes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0F172A"/>
                </a:solidFill>
              </a:defRPr>
            </a:pPr>
            <a:r>
              <a:t>• La falta de datos limita la innovacion y precision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0F172A"/>
                </a:solidFill>
              </a:defRPr>
            </a:pPr>
            <a:r>
              <a:t>• Los data breaches cuestan millones en multas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Compartir Datos: Tradicional vs Privado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931920" cy="5486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Metodo Tradicional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39319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7F1D1D"/>
                </a:solidFill>
              </a:defRPr>
            </a:pPr>
            <a:r>
              <a:t>✗ Datos viajan en texto plano</a:t>
            </a:r>
          </a:p>
          <a:p>
            <a:pPr>
              <a:spcAft>
                <a:spcPts val="800"/>
              </a:spcAft>
              <a:defRPr sz="1600">
                <a:solidFill>
                  <a:srgbClr val="7F1D1D"/>
                </a:solidFill>
              </a:defRPr>
            </a:pPr>
            <a:r>
              <a:t>✗ Servidor central ve todo</a:t>
            </a:r>
          </a:p>
          <a:p>
            <a:pPr>
              <a:spcAft>
                <a:spcPts val="800"/>
              </a:spcAft>
              <a:defRPr sz="1600">
                <a:solidFill>
                  <a:srgbClr val="7F1D1D"/>
                </a:solidFill>
              </a:defRPr>
            </a:pPr>
            <a:r>
              <a:t>✗ Riesgo de data breach</a:t>
            </a:r>
          </a:p>
          <a:p>
            <a:pPr>
              <a:spcAft>
                <a:spcPts val="800"/>
              </a:spcAft>
              <a:defRPr sz="1600">
                <a:solidFill>
                  <a:srgbClr val="7F1D1D"/>
                </a:solidFill>
              </a:defRPr>
            </a:pPr>
            <a:r>
              <a:t>✗ Problemas de compliance</a:t>
            </a:r>
          </a:p>
          <a:p>
            <a:pPr>
              <a:spcAft>
                <a:spcPts val="800"/>
              </a:spcAft>
              <a:defRPr sz="1600">
                <a:solidFill>
                  <a:srgbClr val="7F1D1D"/>
                </a:solidFill>
              </a:defRPr>
            </a:pPr>
            <a:r>
              <a:t>✗ Confianza en terceros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371600"/>
            <a:ext cx="393192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41732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Xcapit Privacy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103120"/>
            <a:ext cx="39319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65F46"/>
                </a:solidFill>
              </a:defRPr>
            </a:pPr>
            <a:r>
              <a:t>✓ Datos siempre cifrados</a:t>
            </a:r>
          </a:p>
          <a:p>
            <a:pPr>
              <a:spcAft>
                <a:spcPts val="800"/>
              </a:spcAft>
              <a:defRPr sz="1600">
                <a:solidFill>
                  <a:srgbClr val="065F46"/>
                </a:solidFill>
              </a:defRPr>
            </a:pPr>
            <a:r>
              <a:t>✓ Servidor NO puede descifrar</a:t>
            </a:r>
          </a:p>
          <a:p>
            <a:pPr>
              <a:spcAft>
                <a:spcPts val="800"/>
              </a:spcAft>
              <a:defRPr sz="1600">
                <a:solidFill>
                  <a:srgbClr val="065F46"/>
                </a:solidFill>
              </a:defRPr>
            </a:pPr>
            <a:r>
              <a:t>✓ Imposible filtrar datos</a:t>
            </a:r>
          </a:p>
          <a:p>
            <a:pPr>
              <a:spcAft>
                <a:spcPts val="800"/>
              </a:spcAft>
              <a:defRPr sz="1600">
                <a:solidFill>
                  <a:srgbClr val="065F46"/>
                </a:solidFill>
              </a:defRPr>
            </a:pPr>
            <a:r>
              <a:t>✓ Compliance garantizado</a:t>
            </a:r>
          </a:p>
          <a:p>
            <a:pPr>
              <a:spcAft>
                <a:spcPts val="800"/>
              </a:spcAft>
              <a:defRPr sz="1600">
                <a:solidFill>
                  <a:srgbClr val="065F46"/>
                </a:solidFill>
              </a:defRPr>
            </a:pPr>
            <a:r>
              <a:t>✓ Zero-trust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Encriptacion Homomorfica (FHE)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0F172A"/>
                </a:solidFill>
              </a:defRPr>
            </a:pPr>
            <a:r>
              <a:t>• Los datos se cifran ANTES de salir de tu infraestructura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0F172A"/>
                </a:solidFill>
              </a:defRPr>
            </a:pPr>
            <a:r>
              <a:t>• El servidor procesa datos cifrados sin descifrarlos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0F172A"/>
                </a:solidFill>
              </a:defRPr>
            </a:pPr>
            <a:r>
              <a:t>• Operaciones matematicas funcionan sobre ciphertext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0F172A"/>
                </a:solidFill>
              </a:defRPr>
            </a:pPr>
            <a:r>
              <a:t>• Solo TU puedes descifrar el resultado final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0F172A"/>
                </a:solidFill>
              </a:defRPr>
            </a:pPr>
            <a:r>
              <a:t>• Esquema CKKS con 128 bits de seguridad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Casos de Uso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0F172A"/>
                </a:solidFill>
              </a:defRPr>
            </a:pPr>
            <a:r>
              <a:t>• Fraude: Bancos colaboran sin compartir transacciones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0F172A"/>
                </a:solidFill>
              </a:defRPr>
            </a:pPr>
            <a:r>
              <a:t>• Credit Scoring: Datos de multiples bureaus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0F172A"/>
                </a:solidFill>
              </a:defRPr>
            </a:pPr>
            <a:r>
              <a:t>• Healthcare: Investigacion sin exponer pacientes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0F172A"/>
                </a:solidFill>
              </a:defRPr>
            </a:pPr>
            <a:r>
              <a:t>• Insurance: Modelos con datos de competidores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0F172A"/>
                </a:solidFill>
              </a:defRPr>
            </a:pPr>
            <a:r>
              <a:t>• Retail: Prediccion con datos de supply chain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F172A"/>
                </a:solidFill>
              </a:defRPr>
            </a:pPr>
            <a:r>
              <a:t>Impacto Demostrado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25603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4F46E5"/>
                </a:solidFill>
              </a:defRPr>
            </a:pPr>
            <a:r>
              <a:t>92%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23774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0F172A"/>
                </a:solidFill>
              </a:defRPr>
            </a:pPr>
            <a:r>
              <a:t>Precision del modelo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828800"/>
            <a:ext cx="25603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201168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4F46E5"/>
                </a:solidFill>
              </a:defRPr>
            </a:pPr>
            <a: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3017520"/>
            <a:ext cx="23774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0F172A"/>
                </a:solidFill>
              </a:defRPr>
            </a:pPr>
            <a:r>
              <a:t>Datos expuestos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828800"/>
            <a:ext cx="25603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201168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4F46E5"/>
                </a:solidFill>
              </a:defRPr>
            </a:pPr>
            <a: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017520"/>
            <a:ext cx="23774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0F172A"/>
                </a:solidFill>
              </a:defRPr>
            </a:pPr>
            <a:r>
              <a:t>Compliance garantizado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Flujo de Trabajo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0F172A"/>
                </a:solidFill>
              </a:defRPr>
            </a:pPr>
            <a:r>
              <a:t>• 1. Crea un consorcio e invita participantes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0F172A"/>
                </a:solidFill>
              </a:defRPr>
            </a:pPr>
            <a:r>
              <a:t>• 2. Cada empresa sube datos cifrados con su clave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0F172A"/>
                </a:solidFill>
              </a:defRPr>
            </a:pPr>
            <a:r>
              <a:t>• 3. El modelo se entrena sobre datos cifrados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0F172A"/>
                </a:solidFill>
              </a:defRPr>
            </a:pPr>
            <a:r>
              <a:t>• 4. Cada participante descarga sus predicciones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0F172A"/>
                </a:solidFill>
              </a:defRPr>
            </a:pPr>
            <a:r>
              <a:t>• 5. Nadie ve los datos de nadie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Seguridad 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0F172A"/>
                </a:solidFill>
              </a:defRPr>
            </a:pPr>
            <a:r>
              <a:t>• ISO 27001 Certificado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0F172A"/>
                </a:solidFill>
              </a:defRPr>
            </a:pPr>
            <a:r>
              <a:t>• GDPR, HIPAA, SOC 2 Type II Compliant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0F172A"/>
                </a:solidFill>
              </a:defRPr>
            </a:pPr>
            <a:r>
              <a:t>• Encriptacion de 128 bits (nivel bancario)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0F172A"/>
                </a:solidFill>
              </a:defRPr>
            </a:pPr>
            <a:r>
              <a:t>• Auditoria completa de operaciones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0F172A"/>
                </a:solidFill>
              </a:defRPr>
            </a:pPr>
            <a:r>
              <a:t>• Zero-knowledge architecture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914400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Colabora sin comprometer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0B981"/>
                </a:solidFill>
              </a:defRPr>
            </a:pPr>
            <a:r>
              <a:t>El futuro de los datos es privado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privacy.xcapit.com | contacto@xcapit.com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