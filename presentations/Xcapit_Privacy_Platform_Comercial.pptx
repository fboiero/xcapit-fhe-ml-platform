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Xcapit Privacy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7D2FE"/>
                </a:solidFill>
              </a:defRPr>
            </a:pPr>
            <a:r>
              <a:t>Machine Learning Colaborativo con Privacidad Garantizada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El Dilema de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Las empresas tienen datos valiosos pero no pueden compartirlos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Regulaciones estrictas (GDPR, LGPD, CCPA) limitan el uso de datos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Los competidores no confian entre si para colaborar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Los modelos de ML necesitan MAS datos para ser precisos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El 73% de los datos empresariales nunca se utilizan por temas de privacidad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Casos Reales de Friccion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Bancos que no pueden compartir datos de fraude entre si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Hospitales con datos de pacientes aislados en silos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Retailers que pierden insights por no colaborar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Aseguradoras con modelos de riesgo suboptimos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Fintechs limitadas por falta de historial crediticio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La Solucion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Cifrado Homomorfico (FHE)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Los datos NUNCA se descifran durante el procesamiento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Computacion sobre datos cifrados - matematicamente seguro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Ni siquiera el servidor puede ver los datos originales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Cumple con todas las regulaciones de privacidad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Auditado y verificable criptograficamente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Aprendizaje Federado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Cada empresa mantiene sus datos en su infraestructura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Solo se comparten gradientes/parametros cifrados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El modelo aprende de todos sin ver datos individuales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Escalable a multiples participantes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Tolerante a fallas y desconexiones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Demo en Vivo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F46E5"/>
                </a:solidFill>
              </a:defRPr>
            </a:pPr>
            <a:r>
              <a:t>Paso 1: Datos Sensibles de Cada Cliente</a:t>
            </a:r>
          </a:p>
        </p:txBody>
      </p:sp>
      <p:pic>
        <p:nvPicPr>
          <p:cNvPr id="3" name="Picture 2" descr="01_raw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786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B7280"/>
                </a:solidFill>
              </a:defRPr>
            </a:pPr>
            <a:r>
              <a:t>FinBank y RetailCorp tienen datos de clientes que NO pueden compartir directamente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F46E5"/>
                </a:solidFill>
              </a:defRPr>
            </a:pPr>
            <a:r>
              <a:t>Paso 2: Cifrado Homomorfico (FHE)</a:t>
            </a:r>
          </a:p>
        </p:txBody>
      </p:sp>
      <p:pic>
        <p:nvPicPr>
          <p:cNvPr id="3" name="Picture 2" descr="02_encry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786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B7280"/>
                </a:solidFill>
              </a:defRPr>
            </a:pPr>
            <a:r>
              <a:t>Los datos se cifran localmente - el servidor NUNCA ve los valores reales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F46E5"/>
                </a:solidFill>
              </a:defRPr>
            </a:pPr>
            <a:r>
              <a:t>Paso 3: Entrenamiento Federado</a:t>
            </a:r>
          </a:p>
        </p:txBody>
      </p:sp>
      <p:pic>
        <p:nvPicPr>
          <p:cNvPr id="3" name="Picture 2" descr="03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786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B7280"/>
                </a:solidFill>
              </a:defRPr>
            </a:pPr>
            <a:r>
              <a:t>Random Forest entrenado sobre datos cifrados de ambos participantes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F46E5"/>
                </a:solidFill>
              </a:defRPr>
            </a:pPr>
            <a:r>
              <a:t>Paso 4: Resultados del Modelo</a:t>
            </a:r>
          </a:p>
        </p:txBody>
      </p:sp>
      <p:pic>
        <p:nvPicPr>
          <p:cNvPr id="3" name="Picture 2" descr="0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786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B7280"/>
                </a:solidFill>
              </a:defRPr>
            </a:pPr>
            <a:r>
              <a:t>92% de accuracy - mejor que cualquier modelo individual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F46E5"/>
                </a:solidFill>
              </a:defRPr>
            </a:pPr>
            <a:r>
              <a:t>Paso 5: Prediccion en Tiempo Real</a:t>
            </a:r>
          </a:p>
        </p:txBody>
      </p:sp>
      <p:pic>
        <p:nvPicPr>
          <p:cNvPr id="3" name="Picture 2" descr="0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786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B7280"/>
                </a:solidFill>
              </a:defRPr>
            </a:pPr>
            <a:r>
              <a:t>Nuevos clientes evaluados sin exponer datos historicos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Beneficios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Para 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Modelos 40-60% mas precisos al combinar datos de multiples fuentes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Nuevas oportunidades de colaboracion con competidores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Monetizacion de datos sin riesgo de exposicion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Ventaja competitiva en mercados regulados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Reduccion de fraude y riesgo crediticio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Para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100% compatible con GDPR, LGPD, CCPA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Los datos nunca salen del control de cada empresa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Audit trail completo y verificable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Certificaciones de seguridad disponibles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Demostracion matematica de privacidad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Para IT/Seguridad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Integracion simple via API REST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Sin cambios en infraestructura existente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Cifrado end-to-end con claves propias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Deployment on-premise o cloud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SLA de 99.9% de disponibilidad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Casos de Uso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Servicios Financieros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Scoring crediticio colaborativo entre bancos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Deteccion de fraude compartiendo patrones (no datos)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Prevencion de lavado de dinero (AML) en consorcio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Evaluacion de riesgo para seguros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KYC colaborativo sin duplicar esfuerzos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Salud y Life Sciences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Investigacion clinica multi-hospital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Modelos de diagnostico con datos de multiples paises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Farmacovigilancia colaborativa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Prediccion de outcomes sin compartir PHI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Genomica preservando privacidad del paciente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Retail y CPG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Modelos de demanda con datos de multiples retailers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Optimizacion de supply chain colaborativa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Personalizacion sin compartir datos de clientes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Deteccion de tendencias de mercado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Pricing dinamico preservando secretos comerciales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Modelo Comercial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Opciones de Licenciamiento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TIER 1 - Starter: $5K/mes - Hasta 3 participantes, 1M registros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TIER 2 - Professional: $15K/mes - Hasta 10 participantes, 10M registros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TIER 3 - Enterprise: $40K/mes - Ilimitado, SLA premium, soporte dedicado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TIER 4 - Custom: Precio a medida para grandes consorcios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POC gratuito de 30 dias con datos reales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Proximos Pasos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Como Empezar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1. Workshop de descubrimiento (2 horas) - GRATIS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2. POC con datos reales anonimizados (30 dias)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3. Validacion tecnica y de compliance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4. Piloto en produccion (3 meses)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5. Rollout y escalamiento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7D2FE"/>
                </a:solidFill>
              </a:defRPr>
            </a:pPr>
            <a: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7D2FE"/>
                </a:solidFill>
              </a:defRPr>
            </a:pPr>
            <a:r>
              <a:t>demo.xcapit.com | info@xcapit.com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